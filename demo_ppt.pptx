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0c9b7d8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0c9b7d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ag_presentation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